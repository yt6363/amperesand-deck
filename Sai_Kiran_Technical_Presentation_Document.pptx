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BBFF"/>
                </a:solidFill>
                <a:latin typeface="Calibri"/>
              </a:defRPr>
            </a:pPr>
            <a:r>
              <a:t>AMPERESAND · TECHNICAL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Sai Kiran Reddy, Konda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DDFF"/>
                </a:solidFill>
                <a:latin typeface="Calibri"/>
              </a:defRPr>
            </a:pPr>
            <a:r>
              <a:t>Engineer — Distributed Systems &amp; Cloud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01 · EDUCATION &amp;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Georgia"/>
              </a:defRPr>
            </a:pPr>
            <a:r>
              <a:t>Hardware roots, software ambitions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Anna University — B.E. Electronics &amp;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Northeastern University — M.S. Computer Software Engineering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7432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 Did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Cognizant / Lincoln 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Project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Migrated Federal Insurance from IBM Mainframe &amp; S2K to ETL. 4 teams, 3 time zones, COVID. 6 months.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Digital HIE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Technical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Led DirectTrust HISP accreditation. HIPAA compliance, platform architecture, encryption. 4 months.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Capital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Systems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Transaction &amp; Account Stores for 130M+ accounts. Monolith to serverless on AWS.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02 · PROBLEM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Georgia"/>
              </a:defRPr>
            </a:pPr>
            <a:r>
              <a:t>One monolith. Product requirements drive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Capital One's Transaction and Account systems ran as a single monolithic app. Card, Bank, Auto, and Global Finance shared everything.</a:t>
            </a:r>
            <a:br/>
            <a:br/>
            <a:r>
              <a:t>Mandate: Split into individual services with shared libraries on AWS. Without disrupting 130M+ accounts.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33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130M+ accounts, 4 LOBs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NoSQL single-table design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DynamoDB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Go (concurrency + cold start)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AWS Lambda + SQS + ALB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Georgia"/>
              </a:defRPr>
            </a:pPr>
            <a:r>
              <a:t>Request flow: client to DynamoDB and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INGRESS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Calibri"/>
              </a:defRPr>
            </a:pPr>
            <a:r>
              <a:t>Users / Clients    →    Security &amp; Compliance    →    Cloud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Calibri"/>
              </a:defRPr>
            </a:pPr>
            <a:r>
              <a:t>ALB    →    SQS Queue    →    Lambda Functions    ↔    DynamoDB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OBSERVABILITY &amp;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Calibri"/>
              </a:defRPr>
            </a:pPr>
            <a:r>
              <a:t>X-Ray / Splunk    →    CloudWatch    →    Cost Analysis    →   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04 · CI/CD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Georgia"/>
              </a:defRPr>
            </a:pPr>
            <a:r>
              <a:t>Ship fast. Test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Georgia"/>
              </a:defRPr>
            </a:pPr>
            <a: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Go → GitHub → Jenkins → JFrog → Lambda (Card, Bank, Auto, Global)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120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Sonar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Full codebase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Business logic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Gherkin scenarios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JMeter load testing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05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Georgia"/>
              </a:defRPr>
            </a:pPr>
            <a:r>
              <a:t>Challenge existing designs. Let the product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FF"/>
                </a:solidFill>
                <a:latin typeface="Georgia"/>
              </a:defRPr>
            </a:pPr>
            <a:r>
              <a:t>130M+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FF"/>
                </a:solidFill>
                <a:latin typeface="Georgia"/>
              </a:defRPr>
            </a:pPr>
            <a:r>
              <a:t>8 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5FF"/>
                </a:solidFill>
                <a:latin typeface="Georgia"/>
              </a:defRPr>
            </a:pPr>
            <a: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Product requirements define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Challenge inherited designs.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Root-cause analysis over gut.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Ripple effect across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Georgia"/>
              </a:defRPr>
            </a:pPr>
            <a:r>
              <a:t>Ok, shoot.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DFF"/>
                </a:solidFill>
                <a:latin typeface="Calibri"/>
              </a:defRPr>
            </a:pPr>
            <a:r>
              <a:t>Happy to go deeper on any decisions, trade-offs, or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LinkedIn: linkedin.com/in/saikiranreddykonda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Email: konda.saik@northeastern.edu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